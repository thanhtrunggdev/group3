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5C518"/>
                </a:solidFill>
              </a:rPr>
              <a:t>X-AURUM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Hệ Thống Dự Báo Giá Vàng Theo Thời Gian Thực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CCCCC"/>
                </a:solidFill>
              </a:rPr>
              <a:t>Triển khai Web API tích hợp Trí tuệ Nhân tạo &amp; Dữ liệu Thị trường Toàn cầu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8404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Nhóm 3  ·  Thành Trung  ·  Xuân Hương  ·  Văn Nguyễn  ·  Quốc Đạt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518"/>
                </a:solidFill>
              </a:rPr>
              <a:t>nttspace.online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 · Bài Toán &amp; Kiến Trúc Cốt Lõi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đặt 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Mô hình AI (ML.NET) chỉ chạy được trên Console nội bộ.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Không thể chia sẻ hoặc tái sử dụng từ các hệ thống khác.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ASP.NET Core Minimal API (.NET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1089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Bọc thuật toán AI thành Web Service chuẩn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74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Loại bỏ Controllers truyền thống — kiến trúc Microservices tinh gọn nhất.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Clean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920240"/>
            <a:ext cx="5303520" cy="12801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93392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GoldPrice_API/
├── Endpoints/    → Định tuyến API Routes
├── Models/       → Input/Output Schema
└── Extensions/   → DI, Rate Limit, ML Model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2 · Thiết Kế Hai Luồng Endpoint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27432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Endpoint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463040"/>
            <a:ext cx="13716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037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0D0D"/>
                </a:solidFill>
              </a:rPr>
              <a:t>Mô tả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828800"/>
            <a:ext cx="27432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288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828800"/>
            <a:ext cx="13716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18288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POST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1828800"/>
            <a:ext cx="4572000" cy="411480"/>
          </a:xfrm>
          <a:prstGeom prst="rect">
            <a:avLst/>
          </a:prstGeom>
          <a:solidFill>
            <a:srgbClr val="1919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Client tự nhập dữ liệu OHLCV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27432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/api/v1/predictions/realtime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240280"/>
            <a:ext cx="13716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46120" y="2240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518"/>
                </a:solidFill>
              </a:rPr>
              <a:t>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0" y="2240280"/>
            <a:ext cx="4572000" cy="41148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2240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CCCC"/>
                </a:solidFill>
              </a:rPr>
              <a:t>Bot tự kéo data — không cần input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80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Chuẩn hóa Response RESTful (JSON Wrapper)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91840"/>
            <a:ext cx="54864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{
  "success": true,
  "data": {
    "predictedClose": 2355.8,
    "predictedCloseVnd": 58895000,
    "liveWorldPrice": 2341.2
  }
}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88036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✅  Mọi Client đều parse an toàn
✅  Dễ mở rộng thêm trường mới
✅  Phân biệt rõ luồng Manual vs Auto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Xuân Hương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3 · Tài Liệu API Tự Động Với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cần Swagger / OpenAPI?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API đưa ra ngoài mà không có mô tả → Bên thứ 3 không biết cách dùng.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OpenAPI là chuẩn mô tả API được cả ngành công nghiệp sử dụng.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Swagger UI tự động đọc code C# → Sinh trang tài liệu tương tác đầy đủ.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Tính năng đã tích hợp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Hiển thị đầy đủ 2 endpoints, mô tả tham số và response schema.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94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Cho phép Execute request ngay trên giao diện Web — không cần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✅  Là công cụ Demo trực tiếp trong buổi báo cáo hôm nay.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6EFAC"/>
                </a:solidFill>
              </a:rPr>
              <a:t>💡  Swagger chính là cổng giao tiếp giữa nhóm và thế giới bên ngoài.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4 · Vấn Đề API Cô Lập &amp; Giải Pháp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API bị cô lập → Lấy dữ liệu thị trường ở đâu?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Giải pháp: Server tự đóng vai Client — gọi ra 2 nguồn API bên ngoài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Binance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Sàn giao dịch tài sản số lớn nhất thế giới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Giá Spot Gold PAXG
(Open, High, Low, Volume)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468880"/>
            <a:ext cx="5486400" cy="256032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468880"/>
            <a:ext cx="5486400" cy="41148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0D0D"/>
                </a:solidFill>
              </a:rPr>
              <a:t>Open Exchange Rates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Tổ chức tài chính cung cấp tỷ giá quốc tế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29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518"/>
                </a:solidFill>
              </a:rPr>
              <a:t>Dữ liệu lấy về: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9476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Tỷ giá USD → VND
(Thời gian thực)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5 · Xử Lý Bất Đồng Bộ &amp; Phân Tích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Luồng xử lý bên trong /realtime endpoint (bất đồng bộ):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6400800" cy="32004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1. Server gửi HTTP GET → Binance API
   └─ Nhận JSON Klines → Trích Open, High, Low, Volume
2. Server gửi HTTP GET → Exchange Rates API
   └─ Đọc node 'VND' → Nhận tỷ giá
3. Gộp 4 giá trị → Đưa vào AI Model
   └─ AI trả về PredictedClose (USD)
4. Tính: PredictedClose × VND_Rate = Giá VNĐ
   └─ Trả về JSON cho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Tại sao dùng async/await?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Server không bị 'đứng' khi chờ mạng.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Xử lý nhiều request đồng thời.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651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Tăng throughput tổng thể.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383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Kỹ thuật: Task&lt;IResult&gt;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JSON: System.Text.Json DOM tree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→ Không cần map toàn bộ object,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480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chỉ đọc đúng node cần thiết.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Quốc Đạt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6 · IHttpClientFactory - Gọi API Chuyên Nghiệp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khi dùng new HttpClient() trực tiếp: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Mỗi Request tạo ra một kết nối Socket mới → Cạn kiệt Port (Socket Exhaustion).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Ảnh hưởng nghiêm trọng khi có hàng trăm người dùng gọi API đồng thời.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IHttpClientFactory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63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Đăng ký vào Dependency Injection Container — quản lý vòng đời bộ gọi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Tái sử dụng kết nối Socket hiệu quả → Không bao giờ bị cạn kiệt Port.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Cấu hình — chỉ 1 dòng trong ServiceExtensions.cs: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60520"/>
            <a:ext cx="10972800" cy="457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233672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builder.Services.AddHttpClient();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Thay đổi nhỏ trong DI Container, ngăn chặn toàn bộ nguy cơ Port Exhaustion khi scale.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7 · Docker - Đóng Gói &amp; Chuẩn Hóa Môi Trường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đề: 'Code chạy máy em, sao Server lại lỗi?' → Xung đột môi trường 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Docker Multi-stage Build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943600" cy="237744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50592"/>
            <a:ext cx="5760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# Stage 1: Build (SDK ~800MB)
FROM mcr.microsoft.com/dotnet/sdk:10.0 AS build
RUN dotnet publish -c Release -o /app/publish
# Stage 2: Runtime (~200MB)
FROM mcr.microsoft.com/dotnet/aspnet:10.0 AS final
COPY --from=build /app/publish .
ENTRYPOINT ["dotnet", "GoldPrice_API.dll"]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Kết quả: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Image production chỉ ~200MB.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Không chứa SDK thừa.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✅  Chạy giống hệt nhau trên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4747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    ▸  mọi máy có Docker.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840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206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docker compose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572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Toàn bộ hệ thống khởi động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937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chỉ với 1 lệnh duy nhất.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8 · CI/CD &amp; Triển Khai Trên nttspace.online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Quy trình CI/CD tự động (GitHub Actions):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518"/>
                </a:solidFill>
              </a:rPr>
              <a:t>📤  git push lên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GitHub Actions kích hoạt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2608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971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Build Docker 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42900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→  Push lên GHCR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4572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977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→  Server kéo image mới → Restart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463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Nginx Reverse Proxy: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Tiếp nhận traffic từ nttspace.online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286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(Port 80 / 443 HTTPS).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6517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0175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Chuyển tiếp vào Docker Container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đang lắng nghe nội bộ.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7490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Kết quả: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4617720"/>
            <a:ext cx="5212080" cy="54864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4663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0D0D"/>
                </a:solidFill>
              </a:rPr>
              <a:t>🌐  nttspace.online  —  LIVE!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Thành Trung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9 · Live Demo Trên Swagger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1 — GET /api/v1/predictions/realtime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Mở Swagger UI trên nttspace.online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7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Chọn GET /realtime → 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0603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Server tự gọi Binance + Exchange Rates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71799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4. AI tính toán → Trả JSON: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5669280" cy="73152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547872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"predictedClose": 2355.8
"predictedCloseVnd": 120,000,000 VND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4173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Demo 2 — Kiểm tra Rate Limiting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1. Chọn POST /predictions → Execute liên tục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4027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2. Lần 1-5: Response 200 OK 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6060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3. Lần 6-7: Response 429 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7179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Too Many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33755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  •  → Tường lửa hoạt động hoàn hảo!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1B2A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937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6EFAC"/>
                </a:solidFill>
              </a:rPr>
              <a:t>✅  Toàn bộ hệ thống đang chạy LIVE tại  nttspace.online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10 · Bài Toán Hiệu Năng - Hosting ML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Vấn đề đặc thù khi Host Machine Learning làm REST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File GoldModel.zip nặng ~43MB — chứa toàn bộ cấu trúc thần kinh nhân tạo.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Nếu nạp lại model mỗi lần có Request → Tốn hàng giây xử lý mỗi lượt gọi.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  •  Hàng trăm người dùng đồng thời → Memory Leak → Server Crash.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</a:rPr>
              <a:t>Kịch bản nguy hiểm: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10972800" cy="18288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❌ Cách sai — nạp lại model mỗi request
app.MapPost('/predict', (input) =&gt; {
    var ctx = new MLContext();
    var model = ctx.Model.Load('GoldModel.zip', ...);
    // → RAM tăng vô hạn theo số lượng request
});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11 · PredictionEnginePool - Quản Trị 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PredictionEnginePool (Object Pooling)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0972800" cy="155448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93392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// ✅ Đăng ký 1 lần duy nhất lúc Server khởi động
builder.Services.AddPredictionEnginePool&lt;ModelInput, ModelOutput&gt;(
    modelName: 'GoldModel',
    modelBuilder: ctx =&gt; ctx.Model.Load('GoldModel.zip', ...)
);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Cơ chế hoạt động: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🟢  Server start → Nạp model vào RAM đúng 1 lần.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94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🔄  Request đến → Mượn Engine → Dự báo → Trả lại Pool.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29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Thread-Safe: Ngàn requests song song, không xung đột.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94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  •  ✅  Zero Memory Leak: Pool tự quản lý vòng đời object.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2560320" cy="41148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5C518"/>
                </a:solidFill>
              </a:rPr>
              <a:t>🎙  Văn Nguyễn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Slide 12 · Rate Limiting - Tường Lửa Chống Tấn Công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32588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Nguy cơ: API công khai → Dễ bị DDoS (tấn công làm nghẽn Server)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518"/>
                </a:solidFill>
              </a:rPr>
              <a:t>Giải pháp: Fixed Window Rate Limiting Middleware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029200" cy="2011680"/>
          </a:xfrm>
          <a:prstGeom prst="rect">
            <a:avLst/>
          </a:prstGeom>
          <a:solidFill>
            <a:srgbClr val="1A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23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6EFAC"/>
                </a:solidFill>
              </a:rPr>
              <a:t>Cấu hình hiện tại: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889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• Permit Limit: 5 Request
• Window: 10 giây / IP
• Queue: 2 Request được xếp hàng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2377440"/>
            <a:ext cx="6035040" cy="2011680"/>
          </a:xfrm>
          <a:prstGeom prst="rect">
            <a:avLst/>
          </a:prstGeom>
          <a:solidFill>
            <a:srgbClr val="2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06440" y="24231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7171"/>
                </a:solidFill>
              </a:rPr>
              <a:t>Kết quả khi vượt giới hạn: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6440" y="2788920"/>
            <a:ext cx="5669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❌  HTTP 429 Too Many Requests
⚡  Bị chặn tại tầng HTTP Pipeline
     → Chưa chạm vào AI Model
     → CPU &amp; RAM hoàn toàn an toàn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37760"/>
            <a:ext cx="11247120" cy="685800"/>
          </a:xfrm>
          <a:prstGeom prst="rect">
            <a:avLst/>
          </a:prstGeom>
          <a:solidFill>
            <a:srgbClr val="1B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983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3B82F6"/>
                </a:solidFill>
              </a:rPr>
              <a:t>💡  Middleware chặn từ ngoài vào — lớp khiên thép bảo vệ toàn bộ tài nguyên phía trong.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C518"/>
                </a:solidFill>
              </a:rPr>
              <a:t>CẢM ƠN THẦY CÔ &amp; HỘI ĐỒNG!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CCCCCC"/>
                </a:solidFill>
              </a:rPr>
              <a:t>Nhóm 3 xin lắng nghe câu hỏi phản biện.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2834640"/>
            <a:ext cx="12188952" cy="36576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Xuân Hương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Kiến trúc API &amp; Swagger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Quốc Đạt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Tích hợp 3rd-Party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Thành Trung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DevOps &amp; Live 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3017520"/>
            <a:ext cx="2743200" cy="10972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3017520"/>
            <a:ext cx="2743200" cy="73152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3108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Văn Nguyễn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5661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Hiệu năng &amp; Bảo mật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663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C518"/>
                </a:solidFill>
              </a:rPr>
              <a:t>🌐  nttspace.online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