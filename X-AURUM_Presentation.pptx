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5C518"/>
                </a:solidFill>
              </a:rPr>
              <a:t>X-AURUM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He Thong Du Bao Gia Vang Theo Thoi Gian Thuc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CCCCC"/>
                </a:solidFill>
              </a:rPr>
              <a:t>Trien khai Web API tich hop Tri tue Nhan tao &amp; Du lieu Thi truong Toan cau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749039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CCCC"/>
                </a:solidFill>
              </a:rPr>
              <a:t>Nhom 3  |  Xuan Huong  |  Quoc Dat  |  Van Nguyen  |  Thanh Trung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5C518"/>
                </a:solidFill>
              </a:rPr>
              <a:t>nttspace.online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Xuan Huong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1 - Bai Toan &amp; Kien Truc Cot Loi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Van de dat 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Mo hinh AI (ML.NET) chi chay duoc tren Console noi bo.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Khong the chia se hoac tai su dung tu ben ngoai.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Giai phap: ASP.NET Core Minimal API (.NET 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358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Boc thuat toan AI thanh Web Service chuan HTTP.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015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Loai bo Controllers truyen thong — Microservices tinh gon nhat.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4447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Clean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828800"/>
            <a:ext cx="5303520" cy="12801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01952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GoldPrice_API/
  Endpoints/  -&gt; Dinh tuyen API Routes
  Models/     -&gt; Input / Output Schema
  Extensions/ -&gt; DI, RateLimit, ML Pool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Xuan Huong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2 - Thiet Ke Hai Luong Endpoint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44752"/>
            <a:ext cx="301752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447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Endpoint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444752"/>
            <a:ext cx="164592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4447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Method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444752"/>
            <a:ext cx="45720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14447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Mo 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10512"/>
            <a:ext cx="3017520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81051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/api/v1/predictions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1810512"/>
            <a:ext cx="1645920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81051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518"/>
                </a:solidFill>
              </a:rPr>
              <a:t>POST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1810512"/>
            <a:ext cx="4572000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181051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Client tu nhap du lieu OHLCV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21992"/>
            <a:ext cx="301752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22199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/api/v1/predictions/realtime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2221992"/>
            <a:ext cx="164592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2221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518"/>
                </a:solidFill>
              </a:rPr>
              <a:t>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2221992"/>
            <a:ext cx="45720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222199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Bot tu keo data — khong can 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83464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Chuan hoa Response RESTful (JSON Wrapper)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18688"/>
            <a:ext cx="5943600" cy="23774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29184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{
  "success": true,
  "data": {
    "predictedClose": 2355.8,
    "predictedCloseVnd": 120000000,
    "liveWorldPrice": 2341.2
  }
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28529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Moi Client deu parse an toan.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21868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De mo rong them truong moi.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58444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Phan biet ro luong Manual vs Auto.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Xuan Huong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3 - Tai Lieu API Tu Dong Voi Swagger (OpenAPI)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Tai sao can Swagger / OpenAPI?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API dua ra ngoai ma khong co mo ta -&gt; Ben thu 3 khong biet cach dung.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OpenAPI la chuan mo ta API duoc ca nganh cong nghiep su dung.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Swagger UI tu dong doc code C# -&gt; Sinh trang tai lieu tuong tac day du.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Tinh nang da tich 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558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Hien thi day du 2 endpoints, mo ta tham so va response schema.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216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Cho phep Execute request ngay tren giao dien Web — khong can Postman.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8736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La cong cu Demo truc tiep trong buoi bao cao hom nay.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658368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6EFAC"/>
                </a:solidFill>
              </a:rPr>
              <a:t>Swagger chinh la cong giao tiep giua nhom va the gioi ben ngoai.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Quoc Dat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4 - Tich Hop API Ben Thu 3 (Binance &amp; ExchangeRate)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Bai thi 3: Su dung API tu nguon ben ngoai (3rd-Party APIs)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Server khong cho User nhap lieu — tu dong goi ra 2 nguon du lieu thuc 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5486400" cy="2926080"/>
          </a:xfrm>
          <a:prstGeom prst="rect">
            <a:avLst/>
          </a:prstGeom>
          <a:solidFill>
            <a:srgbClr val="12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5486400" cy="38404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D0D"/>
                </a:solidFill>
              </a:rPr>
              <a:t>1. Binance Public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Muc dich: Lay gia Vang Spot theo phien giao dich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7238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C518"/>
                </a:solidFill>
              </a:rPr>
              <a:t>HTTP Method &amp; URL: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383280"/>
            <a:ext cx="5212080" cy="7315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456432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GET api.binance.com/api/v3/klines
  ?symbol=PAXGUSDT&amp;interval=1d&amp;limit=1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0690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EFAC"/>
                </a:solidFill>
              </a:rPr>
              <a:t>Trich xuat: Open, High, Low, Volume (tu mang Klines JSON)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286000"/>
            <a:ext cx="5486400" cy="2926080"/>
          </a:xfrm>
          <a:prstGeom prst="rect">
            <a:avLst/>
          </a:prstGeom>
          <a:solidFill>
            <a:srgbClr val="12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2286000"/>
            <a:ext cx="5486400" cy="38404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28600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D0D"/>
                </a:solidFill>
              </a:rPr>
              <a:t>2. Open Exchange Rates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7157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Muc dich: Lay ty gia USD -&gt; VND hien tai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07238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C518"/>
                </a:solidFill>
              </a:rPr>
              <a:t>HTTP Method &amp; URL: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3383280"/>
            <a:ext cx="5212080" cy="457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564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GET open.er-api.com/v6/latest/USD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0690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EFAC"/>
                </a:solidFill>
              </a:rPr>
              <a:t>Trich xuat: rates.VND (tu object JSON phan hoi)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349240"/>
            <a:ext cx="11430000" cy="566928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394960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86EFAC"/>
                </a:solidFill>
              </a:rPr>
              <a:t>Ket qua: PredictedClose (USD)  x  ty gia VND  =  Gia Vang VND hien tai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Quoc Dat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5 - Xu Ly Bat Dong Bo &amp; Phan Tich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Luong xu ly ben trong /realtime endpoint (bat dong bo):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6400800" cy="32004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1. Server gui HTTP GET -&gt; Binance API
   -&gt; Nhan JSON Klines -&gt; Trich Open, High, Low, Volume
2. Server gui HTTP GET -&gt; Exchange Rates API
   -&gt; Doc node 'VND' -&gt; Nhan ty gia
3. Gop 4 gia tri -&gt; Dua vao AI Model
   -&gt; AI tra ve PredictedClose (USD)
4. Tinh: PredictedClose x VND_Rate = Gia VND
   -&gt; Tra ve JSON cho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44475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Tai sao dung async/await?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8288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Server khong bi 'dung' khi cho mang.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1945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Xu ly nhieu request dong thoi.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5603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Tang throughput tong the.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926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2918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Ky thuat: Task&lt;IResult&gt;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6576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JSON: System.Text.Json DOM 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023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-&gt; Chi doc dung node can thiet,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891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khong map toan bo object.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Quoc Dat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6 - IHttpClientFactory - Goi API Chuyen Nghiep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Van de khi dung new HttpClient() truc tiep: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Moi Request tao ra mot ket noi Socket moi -&gt; Can kiet Port (Socket Exhaustion).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Anh huong nghiem trong khi co hang tram nguoi dung goi API dong thoi.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060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Giai phap: IHttpClientFactory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9008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Dang ky vao Dependency Injection Container — quan ly vong doi bo goi HTTP.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558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Tai su dung ket noi Socket hieu qua -&gt; Khong bao gio bi can kiet 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CCCC"/>
                </a:solidFill>
              </a:rPr>
              <a:t>Cau hinh — chi 1 dong trong ServiceExtensions.cs: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59936"/>
            <a:ext cx="11247120" cy="457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330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builder.Services.AddHttpClient();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37760"/>
            <a:ext cx="1124712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8348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3B82F6"/>
                </a:solidFill>
              </a:rPr>
              <a:t>Thay doi nho trong DI Container, ngan chan toan bo nguy co Port Exhaustion khi scale.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Van Nguyen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7 - Bai Toan Hieu Nang - Hosting ML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Van de dac thu khi Host Machine Learning lam REST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File GoldModel.zip nang ~43MB — chua toan bo cau truc than kinh nhan tao.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Neu nap lai model moi lan co Request -&gt; Ton hang giay xu ly moi luot goi.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Hang tram nguoi dung dong thoi -&gt; Memory Leak -&gt; Server Crash.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Kich ban nguy hiem: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10128"/>
            <a:ext cx="11247120" cy="1828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832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WRONG — nap lai model moi request
app.MapPost('/predict', (input) =&gt; {
    var ctx = new MLContext();
    var model = ctx.Model.Load('GoldModel.zip', ...);
    // -&gt; RAM tang vo han theo so luong request
});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Van Nguyen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8 - PredictionEnginePool - Quan Tri 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Giai phap: PredictionEnginePool (Object Pooling)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11247120" cy="155448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CORRECT — dang ky 1 lan duy nhat luc Server khoi dong
builder.Services.AddPredictionEnginePool&lt;ModelInput, ModelOutput&gt;(
    modelName: 'GoldModel',
    modelBuilder: ctx =&gt; ctx.Model.Load('GoldModel.zip', ...)
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99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Co che hoat dong: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Server start -&gt; Nap model vao RAM dung 1 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49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Request den -&gt; Muon Engine -&gt; Du bao -&gt; Tra lai Pool.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383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Thread-Safe: Ngan requests song song, khong xung dot.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7490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*  Zero Memory Leak: Pool tu quan ly vong doi object.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Van Nguyen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9 - Rate Limiting - Tuong Lua Chong Tan Cong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Nguy co: API cong khai -&gt; De bi DDoS (tan cong lam nghen Server)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Giai phap: Fixed Window Rate Limiting Middleware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5212080" cy="20116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Cau hinh hien tai: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61488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  Permit Limit: 5 Request
  Window: 10 giay / IP
  Queue: 2 Request duoc xep hang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331720"/>
            <a:ext cx="5760720" cy="2011680"/>
          </a:xfrm>
          <a:prstGeom prst="rect">
            <a:avLst/>
          </a:prstGeom>
          <a:solidFill>
            <a:srgbClr val="2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239572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Ket qua khi vuot gioi han: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761488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HTTP 429 Too Many Requests
  Bi chan tai tang HTTP Pipeline
  -&gt; Chua cham vao AI Model
  -&gt; CPU &amp; RAM hoan toan an toan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658368"/>
          </a:xfrm>
          <a:prstGeom prst="rect">
            <a:avLst/>
          </a:prstGeom>
          <a:solidFill>
            <a:srgbClr val="1B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3B82F6"/>
                </a:solidFill>
              </a:rPr>
              <a:t>Middleware chan tu ngoai vao — lop khien thep bao ve toan bo tai nguyen phia trong.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Thanh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10 - Docker - Dong Goi &amp; Chuan Hoa Moi Truong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Van de: 'Code chay may em, sao Server lai loi?' -&gt; Xung dot moi truong 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Giai phap: Docker Multi-stage 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58568"/>
            <a:ext cx="5943600" cy="23774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# Stage 1: Build (SDK ~800MB)
FROM mcr.microsoft.com/dotnet/sdk:10.0 AS build
RUN dotnet publish -c Release -o /app/publish
# Stage 2: Runtime (~200MB)
FROM mcr.microsoft.com/dotnet/aspnet:10.0 AS final
COPY --from=build /app/publish .
ENTRYPOINT ["dotnet", "GoldPrice_API.dll"]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874519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Ket qua: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5856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Image production chi ~200MB.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2432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Khong chua SDK thua.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99008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Chay giong het nhau tren moi may co Docker.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558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72160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docker compose up -d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08736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-&gt; Toan bo he thong khoi dong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45312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chi voi 1 lenh duy nhat.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Thanh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11 - CI/CD &amp; Trien Khai Tren nttspace.online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Quy trinh CI/CD tu dong (GitHub Actions):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5303520" cy="4389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3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 [PUSH] git push len GitHub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9151"/>
            <a:ext cx="5303520" cy="4389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04871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&gt;&gt; GitHub Actions kich hoat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843783"/>
            <a:ext cx="5303520" cy="4389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89503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&gt;&gt; Build Docker 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28415"/>
            <a:ext cx="5303520" cy="4389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374135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&gt;&gt; Push len GHCR (GitHub Container Registry)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13047"/>
            <a:ext cx="5303520" cy="4389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58767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 &gt;&gt; Server keo image moi &amp; Restart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44475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Nginx Reverse Proxy: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87451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Tiep nhan traffic tu nttspace.online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2402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(Port 80 / 443 HTTPS).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60603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97179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Chuyen tiep vao Docker Container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33755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dang lang nghe noi bo.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70331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0690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Ket qua: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4617720"/>
            <a:ext cx="5212080" cy="5303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6634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0D0D"/>
                </a:solidFill>
              </a:rPr>
              <a:t>nttspace.online  --  LIVE!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Thanh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12 - Live Demo Tren Swagger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Demo 1 -- GET /api/v1/predictions/realtime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4708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1. Mo Swagger UI tren nttspace.online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128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2. Chon GET /realtime -&gt; 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7860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3. Server tu goi Binance + Exchange Rates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443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4. AI tinh toan -&gt; Tra JSON: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29000"/>
            <a:ext cx="5669280" cy="7315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502152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"predictedClose": 2355.8
"predictedCloseVnd": 120,000,000 VND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41732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Demo 2 -- Kiem tra Rate Limiting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470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1. Chon POST /predictions -&gt; Execute lien tuc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128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2. Lan 1-5: Response 200 OK [OK]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7860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3. Lan 6-7: Response 429 [FAIL]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443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Too Many Requests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3101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*  -&gt; Tuong lua hoat dong hoan hao!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92040"/>
            <a:ext cx="11247120" cy="749808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6EFAC"/>
                </a:solidFill>
              </a:rPr>
              <a:t>Toan bo he thong dang chay LIVE tai  nttspace.online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C518"/>
                </a:solidFill>
              </a:rPr>
              <a:t>CAM ON THAY CO &amp; HOI DONG!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CCCC"/>
                </a:solidFill>
              </a:rPr>
              <a:t>Nhom 3 xin lang nghe cau hoi phan bien.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16352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2999232"/>
            <a:ext cx="2834640" cy="107899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2999232"/>
            <a:ext cx="283464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09067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Xuan Huong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47872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Kien truc API &amp; Swagger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999232"/>
            <a:ext cx="2834640" cy="107899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2999232"/>
            <a:ext cx="283464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309067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Quoc Dat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47872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Tich hop 3rd-Party APIs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999232"/>
            <a:ext cx="2834640" cy="107899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2999232"/>
            <a:ext cx="283464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09067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Van Nguyen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547872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Hieu nang &amp; Bao mat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999232"/>
            <a:ext cx="2834640" cy="107899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2999232"/>
            <a:ext cx="283464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309067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Thanh Trung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547872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DevOps &amp; Live Demo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645152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C518"/>
                </a:solidFill>
              </a:rPr>
              <a:t>nttspace.online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